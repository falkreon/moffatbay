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6" r:id="rId5"/>
    <p:sldId id="271" r:id="rId6"/>
    <p:sldId id="267" r:id="rId7"/>
    <p:sldId id="268" r:id="rId8"/>
    <p:sldId id="269" r:id="rId9"/>
    <p:sldId id="270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1" r:id="rId28"/>
    <p:sldId id="280" r:id="rId2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097B6F-A9F7-4125-BD2D-11CF14A0A09A}" v="2" dt="2026-10-01T23:58:46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non rivera" userId="f50dea74-ec3e-477e-8ad7-8501af431fe6" providerId="ADAL" clId="{214D7AE0-5642-4868-8806-6ABB277A1A7D}"/>
    <pc:docChg chg="custSel modSld">
      <pc:chgData name="cannon rivera" userId="f50dea74-ec3e-477e-8ad7-8501af431fe6" providerId="ADAL" clId="{214D7AE0-5642-4868-8806-6ABB277A1A7D}" dt="2026-10-02T00:03:08.429" v="214"/>
      <pc:docMkLst>
        <pc:docMk/>
      </pc:docMkLst>
      <pc:sldChg chg="modSp">
        <pc:chgData name="cannon rivera" userId="f50dea74-ec3e-477e-8ad7-8501af431fe6" providerId="ADAL" clId="{214D7AE0-5642-4868-8806-6ABB277A1A7D}" dt="2026-09-29T19:40:48.565" v="0"/>
        <pc:sldMkLst>
          <pc:docMk/>
          <pc:sldMk cId="1018370347" sldId="256"/>
        </pc:sldMkLst>
        <pc:spChg chg="mod">
          <ac:chgData name="cannon rivera" userId="f50dea74-ec3e-477e-8ad7-8501af431fe6" providerId="ADAL" clId="{214D7AE0-5642-4868-8806-6ABB277A1A7D}" dt="2026-09-29T19:40:48.565" v="0"/>
          <ac:spMkLst>
            <pc:docMk/>
            <pc:sldMk cId="1018370347" sldId="256"/>
            <ac:spMk id="3" creationId="{7B85E8C9-FC20-28FA-8DCD-B0E00D62276D}"/>
          </ac:spMkLst>
        </pc:spChg>
      </pc:sldChg>
      <pc:sldChg chg="addSp delSp modSp">
        <pc:chgData name="cannon rivera" userId="f50dea74-ec3e-477e-8ad7-8501af431fe6" providerId="ADAL" clId="{214D7AE0-5642-4868-8806-6ABB277A1A7D}" dt="2026-10-01T20:12:46.031" v="6"/>
        <pc:sldMkLst>
          <pc:docMk/>
          <pc:sldMk cId="3511303400" sldId="269"/>
        </pc:sldMkLst>
        <pc:spChg chg="add del mod">
          <ac:chgData name="cannon rivera" userId="f50dea74-ec3e-477e-8ad7-8501af431fe6" providerId="ADAL" clId="{214D7AE0-5642-4868-8806-6ABB277A1A7D}" dt="2026-10-01T20:11:57.622" v="2"/>
          <ac:spMkLst>
            <pc:docMk/>
            <pc:sldMk cId="3511303400" sldId="269"/>
            <ac:spMk id="6" creationId="{12385416-B93D-AD07-C3AB-AAB1E117FE2E}"/>
          </ac:spMkLst>
        </pc:spChg>
        <pc:spChg chg="add del mod">
          <ac:chgData name="cannon rivera" userId="f50dea74-ec3e-477e-8ad7-8501af431fe6" providerId="ADAL" clId="{214D7AE0-5642-4868-8806-6ABB277A1A7D}" dt="2026-10-01T20:11:59.452" v="4"/>
          <ac:spMkLst>
            <pc:docMk/>
            <pc:sldMk cId="3511303400" sldId="269"/>
            <ac:spMk id="7" creationId="{87BE569C-DAE8-DF02-967F-25720482279C}"/>
          </ac:spMkLst>
        </pc:spChg>
        <pc:spChg chg="add del mod">
          <ac:chgData name="cannon rivera" userId="f50dea74-ec3e-477e-8ad7-8501af431fe6" providerId="ADAL" clId="{214D7AE0-5642-4868-8806-6ABB277A1A7D}" dt="2026-10-01T20:12:46.031" v="6"/>
          <ac:spMkLst>
            <pc:docMk/>
            <pc:sldMk cId="3511303400" sldId="269"/>
            <ac:spMk id="8" creationId="{5CE18EE5-200E-9D91-E477-3895A2DC135C}"/>
          </ac:spMkLst>
        </pc:spChg>
      </pc:sldChg>
      <pc:sldChg chg="addSp modSp mod setBg">
        <pc:chgData name="cannon rivera" userId="f50dea74-ec3e-477e-8ad7-8501af431fe6" providerId="ADAL" clId="{214D7AE0-5642-4868-8806-6ABB277A1A7D}" dt="2026-10-01T23:58:11.732" v="194" actId="26606"/>
        <pc:sldMkLst>
          <pc:docMk/>
          <pc:sldMk cId="351318703" sldId="273"/>
        </pc:sldMkLst>
        <pc:spChg chg="mod">
          <ac:chgData name="cannon rivera" userId="f50dea74-ec3e-477e-8ad7-8501af431fe6" providerId="ADAL" clId="{214D7AE0-5642-4868-8806-6ABB277A1A7D}" dt="2026-10-01T23:58:11.732" v="194" actId="26606"/>
          <ac:spMkLst>
            <pc:docMk/>
            <pc:sldMk cId="351318703" sldId="273"/>
            <ac:spMk id="2" creationId="{00C45DD6-059B-5CE6-5621-C4510929A762}"/>
          </ac:spMkLst>
        </pc:spChg>
        <pc:spChg chg="mod">
          <ac:chgData name="cannon rivera" userId="f50dea74-ec3e-477e-8ad7-8501af431fe6" providerId="ADAL" clId="{214D7AE0-5642-4868-8806-6ABB277A1A7D}" dt="2026-10-01T23:58:11.732" v="194" actId="26606"/>
          <ac:spMkLst>
            <pc:docMk/>
            <pc:sldMk cId="351318703" sldId="273"/>
            <ac:spMk id="3" creationId="{B9417163-7298-7373-E1EA-AD38B2BD7AA5}"/>
          </ac:spMkLst>
        </pc:spChg>
        <pc:spChg chg="add mod">
          <ac:chgData name="cannon rivera" userId="f50dea74-ec3e-477e-8ad7-8501af431fe6" providerId="ADAL" clId="{214D7AE0-5642-4868-8806-6ABB277A1A7D}" dt="2026-10-01T23:58:11.732" v="194" actId="26606"/>
          <ac:spMkLst>
            <pc:docMk/>
            <pc:sldMk cId="351318703" sldId="273"/>
            <ac:spMk id="4" creationId="{A8872DE2-C8F2-7896-46A9-E868BF97CB30}"/>
          </ac:spMkLst>
        </pc:spChg>
        <pc:spChg chg="add">
          <ac:chgData name="cannon rivera" userId="f50dea74-ec3e-477e-8ad7-8501af431fe6" providerId="ADAL" clId="{214D7AE0-5642-4868-8806-6ABB277A1A7D}" dt="2026-10-01T23:58:11.732" v="194" actId="26606"/>
          <ac:spMkLst>
            <pc:docMk/>
            <pc:sldMk cId="351318703" sldId="273"/>
            <ac:spMk id="9" creationId="{4C608BEB-860E-4094-8511-78603564A75E}"/>
          </ac:spMkLst>
        </pc:spChg>
        <pc:cxnChg chg="add">
          <ac:chgData name="cannon rivera" userId="f50dea74-ec3e-477e-8ad7-8501af431fe6" providerId="ADAL" clId="{214D7AE0-5642-4868-8806-6ABB277A1A7D}" dt="2026-10-01T23:58:11.732" v="194" actId="26606"/>
          <ac:cxnSpMkLst>
            <pc:docMk/>
            <pc:sldMk cId="351318703" sldId="273"/>
            <ac:cxnSpMk id="11" creationId="{1F16A8D4-FE87-4604-88B2-394B5D1EB437}"/>
          </ac:cxnSpMkLst>
        </pc:cxnChg>
      </pc:sldChg>
      <pc:sldChg chg="addSp delSp modSp mod">
        <pc:chgData name="cannon rivera" userId="f50dea74-ec3e-477e-8ad7-8501af431fe6" providerId="ADAL" clId="{214D7AE0-5642-4868-8806-6ABB277A1A7D}" dt="2026-10-02T00:03:08.429" v="214"/>
        <pc:sldMkLst>
          <pc:docMk/>
          <pc:sldMk cId="2633150683" sldId="274"/>
        </pc:sldMkLst>
        <pc:spChg chg="mod">
          <ac:chgData name="cannon rivera" userId="f50dea74-ec3e-477e-8ad7-8501af431fe6" providerId="ADAL" clId="{214D7AE0-5642-4868-8806-6ABB277A1A7D}" dt="2026-10-01T23:59:05.560" v="212" actId="20577"/>
          <ac:spMkLst>
            <pc:docMk/>
            <pc:sldMk cId="2633150683" sldId="274"/>
            <ac:spMk id="2" creationId="{40467ACD-7843-7803-4EA9-907A230C749F}"/>
          </ac:spMkLst>
        </pc:spChg>
        <pc:spChg chg="add del mod">
          <ac:chgData name="cannon rivera" userId="f50dea74-ec3e-477e-8ad7-8501af431fe6" providerId="ADAL" clId="{214D7AE0-5642-4868-8806-6ABB277A1A7D}" dt="2026-10-02T00:03:08.429" v="214"/>
          <ac:spMkLst>
            <pc:docMk/>
            <pc:sldMk cId="2633150683" sldId="274"/>
            <ac:spMk id="4" creationId="{6C32D01A-8BB3-7034-27A9-4E6EEFA0FD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A1836-4B9F-4E98-BE9C-D90EDA982E36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D0708-C1E6-4792-A3C6-6B91C711F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8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lkreon/MoffatBay/tree/main/tests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lkreon/MoffatBay/tree/main/tests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D0708-C1E6-4792-A3C6-6B91C711FB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4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Tests Can be Accessed Here: </a:t>
            </a:r>
            <a:r>
              <a:rPr lang="en-US" dirty="0" err="1">
                <a:hlinkClick r:id="rId3"/>
              </a:rPr>
              <a:t>MoffatBay</a:t>
            </a:r>
            <a:r>
              <a:rPr lang="en-US" dirty="0">
                <a:hlinkClick r:id="rId3"/>
              </a:rPr>
              <a:t>/tests at main · </a:t>
            </a:r>
            <a:r>
              <a:rPr lang="en-US" dirty="0" err="1">
                <a:hlinkClick r:id="rId3"/>
              </a:rPr>
              <a:t>falkreon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MoffatBay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D0708-C1E6-4792-A3C6-6B91C711FB3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75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Tests Can be Accessed Here: </a:t>
            </a:r>
            <a:r>
              <a:rPr lang="en-US" dirty="0" err="1">
                <a:hlinkClick r:id="rId3"/>
              </a:rPr>
              <a:t>MoffatBay</a:t>
            </a:r>
            <a:r>
              <a:rPr lang="en-US" dirty="0">
                <a:hlinkClick r:id="rId3"/>
              </a:rPr>
              <a:t>/tests at main · </a:t>
            </a:r>
            <a:r>
              <a:rPr lang="en-US" dirty="0" err="1">
                <a:hlinkClick r:id="rId3"/>
              </a:rPr>
              <a:t>falkreon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MoffatBay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D0708-C1E6-4792-A3C6-6B91C711FB3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03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6740-CDAD-CDD2-D9B0-DF040E416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77DC5-0254-3D39-3626-CA8ABCAE3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9F3F6-2518-2066-BB20-04B023C0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9E3CF-1CE2-37DA-32E0-356A7D042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D79BF-933B-981F-E4CF-090471A17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50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B655-8214-4A93-6B2D-2F9738D8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DD0EA-93F4-198C-FF7B-B6089137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5395F-D877-279B-90F4-247A6A8D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26E00-DFB3-3C0D-583E-2705FEB08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92CC8-5E4D-38B0-A944-F1DCCD23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83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58792-0542-FB10-F7E4-227D92DEA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97051-5AF2-C0CF-CD29-A35DEE41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51890-DBE4-603C-D50F-1F66495C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39FB1-EFE2-C0E6-D7BE-73696C19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1C6AA-E535-9511-55FD-B290939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2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CDAC4-7859-4CD3-65AD-5F50248A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6C3E-0EFC-6FE1-3155-C1D405551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4D9D4-040E-3F86-2BE2-0860BBEEB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D1FD2-33C1-F3A8-9DD9-43E814BC0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31EDC-A4AE-0DFF-994E-2582CA669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9E3FB-E55B-A258-AF16-41DE09C9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6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ACA5-1DCF-922F-F24C-0C064036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96DFD-0E27-90C4-EE5E-BC7BD306C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58F03-BA45-AEE4-0662-3949EEFB3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94848-E4C9-99EF-5441-F4BAB4C42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AB32C-2FC4-3686-6967-00095A5A7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19B6DD-0F4D-E02E-AADA-865C2EB4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977DA-0D92-40DC-971F-50A09D073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BC87C3-EB06-E8F7-A0D8-0695EFD5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1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26A3-CC0E-1A54-773F-03A8CFEE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36054-2159-4F49-4425-316F0AAEA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EE34F-490B-2625-1BDF-12F6124B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F7E13-2F5B-F478-C081-3919AD3B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1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0C53B-14D7-44AD-9595-95F8B8C4F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C9190-226E-0223-8E6A-356D1ACA2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DC8E7-593F-EAB1-42F9-967599AB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9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FA6D-ADCF-E26F-FE9C-8E6544F4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68CF6-5EBD-A979-0E72-6A76A1BE3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1C347-5EB6-454E-E461-76546EBF9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882A0-E7A7-BFC4-2726-91FB490A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6C965-0830-F75E-27C9-92BB5BDB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C8BB1-9DC4-2529-E471-60222612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02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F6844-1827-DDD6-261F-84B79A5C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10C2A4-AED0-EC46-8B3C-C3C393DC1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1E8ED-3D69-970D-68FD-00C66A611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C8A73-BEBE-1604-7D48-69FD2C1A5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90B3F-7AA9-6F59-A17D-091E8446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AB45B-6EBB-FA8B-D399-E35CBCE5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86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4A70-51F6-D5F0-2845-77276AEA6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2A682-7049-6D69-6C34-DA571FCB6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C5C65-BDFD-09A1-4EE5-90D60E215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F0292-9C4D-BFDC-9840-4185407D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954C5-C397-0DB9-4E21-F386D9D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7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C071E1-8037-5533-9042-4F63617A3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3A22F-B654-5A64-E649-8148E9709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1744D-0FED-627A-AA58-F17DA414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CFA10-3631-C744-6A36-A31713E55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0622-3D78-F422-BB1C-BB82C871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7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787549-D38A-4B33-0652-42E927CC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69BBB-079E-7504-FCF1-DE2356BED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6B2CC-9BE2-41B7-0F15-E8A64562E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F8F12-37FF-4156-98CA-C6BAABB58D6F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CAF96-58CB-E643-2B52-70179C7A7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2F67E-34BF-4FDC-812C-022D5FCD6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2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B8F53-F617-694E-3519-1175751CC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Moffat Bay Lodge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5E8C9-FC20-28FA-8DCD-B0E00D622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Created by, Isaac, Patrice, Jose, and Cannon</a:t>
            </a:r>
          </a:p>
        </p:txBody>
      </p:sp>
    </p:spTree>
    <p:extLst>
      <p:ext uri="{BB962C8B-B14F-4D97-AF65-F5344CB8AC3E}">
        <p14:creationId xmlns:p14="http://schemas.microsoft.com/office/powerpoint/2010/main" val="1018370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B1A5D-A575-19E6-8703-8157F072C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Table Of Contents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B3A1C-D9EE-9655-E2CC-E4A6BD8FB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Team Introduction						Slide	3</a:t>
            </a:r>
          </a:p>
          <a:p>
            <a:r>
              <a:rPr lang="en-US" sz="2200" dirty="0"/>
              <a:t>Project Overview						Slide	4</a:t>
            </a:r>
          </a:p>
          <a:p>
            <a:r>
              <a:rPr lang="en-US" sz="2200" dirty="0"/>
              <a:t>ERD								Slide	5</a:t>
            </a:r>
          </a:p>
          <a:p>
            <a:r>
              <a:rPr lang="en-US" sz="2200" dirty="0"/>
              <a:t>Prototypes							Slide	6 - 16</a:t>
            </a:r>
          </a:p>
          <a:p>
            <a:r>
              <a:rPr lang="en-US" sz="2200" dirty="0"/>
              <a:t>Tests								Slide	17 - 18</a:t>
            </a:r>
          </a:p>
          <a:p>
            <a:r>
              <a:rPr lang="en-US" sz="2200" dirty="0"/>
              <a:t>Demo								Slide	19</a:t>
            </a:r>
          </a:p>
          <a:p>
            <a:r>
              <a:rPr lang="en-US" sz="2200" dirty="0"/>
              <a:t>Unique Code		  					Slide 	20 - 21</a:t>
            </a:r>
          </a:p>
          <a:p>
            <a:r>
              <a:rPr lang="en-US" sz="2200" dirty="0"/>
              <a:t>What Went Well						Slide	22</a:t>
            </a:r>
          </a:p>
          <a:p>
            <a:r>
              <a:rPr lang="en-US" sz="2200" dirty="0"/>
              <a:t>What Went Wrong						Slide 	23</a:t>
            </a:r>
          </a:p>
          <a:p>
            <a:r>
              <a:rPr lang="en-US" sz="2200" dirty="0"/>
              <a:t>Lessons Learned As a Team					Slide	24</a:t>
            </a:r>
          </a:p>
          <a:p>
            <a:r>
              <a:rPr lang="en-US" sz="2200" dirty="0"/>
              <a:t>Conclusion							Slide	25</a:t>
            </a:r>
          </a:p>
        </p:txBody>
      </p:sp>
    </p:spTree>
    <p:extLst>
      <p:ext uri="{BB962C8B-B14F-4D97-AF65-F5344CB8AC3E}">
        <p14:creationId xmlns:p14="http://schemas.microsoft.com/office/powerpoint/2010/main" val="625037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BC34-A26B-9D06-4BC5-5E22BC63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0E0BF-4B5D-C5D2-5E8C-F95EC8C5B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Isaac							Patrice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Jose							Cannon</a:t>
            </a:r>
          </a:p>
        </p:txBody>
      </p:sp>
    </p:spTree>
    <p:extLst>
      <p:ext uri="{BB962C8B-B14F-4D97-AF65-F5344CB8AC3E}">
        <p14:creationId xmlns:p14="http://schemas.microsoft.com/office/powerpoint/2010/main" val="274543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C3CB9-662A-695B-5D0C-693462075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CCC1E-8030-4AF9-AAC1-F06B86FF3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85000" lnSpcReduction="20000"/>
          </a:bodyPr>
          <a:lstStyle/>
          <a:p>
            <a:pPr lvl="0"/>
            <a:r>
              <a:rPr lang="en-US" sz="2000" dirty="0"/>
              <a:t>Anyone can browse the website without being logging in.</a:t>
            </a:r>
          </a:p>
          <a:p>
            <a:pPr lvl="0"/>
            <a:r>
              <a:rPr lang="en-US" sz="2000" dirty="0"/>
              <a:t>A user must register or log in before making a reservation.</a:t>
            </a:r>
          </a:p>
          <a:p>
            <a:pPr lvl="0"/>
            <a:r>
              <a:rPr lang="en-US" sz="2000" dirty="0"/>
              <a:t>Registered users must be stored in a MySQL database.</a:t>
            </a:r>
          </a:p>
          <a:p>
            <a:pPr lvl="0"/>
            <a:r>
              <a:rPr lang="en-US" sz="2000" dirty="0"/>
              <a:t>Reservations must also be stored in MySQL after the user confirms them.</a:t>
            </a:r>
          </a:p>
          <a:p>
            <a:pPr lvl="0"/>
            <a:r>
              <a:rPr lang="en-US" sz="2000" dirty="0"/>
              <a:t>The reservation lookup page must retrieve saved reservation information from the database.</a:t>
            </a:r>
          </a:p>
          <a:p>
            <a:pPr marL="0" indent="0">
              <a:buNone/>
            </a:pPr>
            <a:r>
              <a:rPr lang="en-US" sz="2000" dirty="0"/>
              <a:t>The required pages are:</a:t>
            </a:r>
          </a:p>
          <a:p>
            <a:pPr lvl="0"/>
            <a:r>
              <a:rPr lang="en-US" sz="2000" dirty="0"/>
              <a:t>A landing page for marketing the lodge.</a:t>
            </a:r>
          </a:p>
          <a:p>
            <a:pPr lvl="0"/>
            <a:r>
              <a:rPr lang="en-US" sz="2000" dirty="0"/>
              <a:t>An About Us page.</a:t>
            </a:r>
          </a:p>
          <a:p>
            <a:pPr lvl="0"/>
            <a:r>
              <a:rPr lang="en-US" sz="2000" dirty="0"/>
              <a:t>A Contact Us page.</a:t>
            </a:r>
          </a:p>
          <a:p>
            <a:pPr lvl="0"/>
            <a:r>
              <a:rPr lang="en-US" sz="2000" dirty="0"/>
              <a:t>An Attractions page that includes hiking, kayaking, whale watching, and scuba diving.</a:t>
            </a:r>
          </a:p>
          <a:p>
            <a:pPr lvl="0"/>
            <a:r>
              <a:rPr lang="en-US" sz="2000" dirty="0"/>
              <a:t>A Registration page.</a:t>
            </a:r>
          </a:p>
          <a:p>
            <a:pPr lvl="0"/>
            <a:r>
              <a:rPr lang="en-US" sz="2000" dirty="0"/>
              <a:t>A Login page.</a:t>
            </a:r>
          </a:p>
          <a:p>
            <a:pPr lvl="0"/>
            <a:r>
              <a:rPr lang="en-US" sz="2000" dirty="0"/>
              <a:t>A Reservation/Book Your Vacation page.</a:t>
            </a:r>
          </a:p>
          <a:p>
            <a:pPr lvl="0"/>
            <a:r>
              <a:rPr lang="en-US" sz="2000" dirty="0"/>
              <a:t>A Reservation Summary page.</a:t>
            </a:r>
          </a:p>
          <a:p>
            <a:pPr lvl="0"/>
            <a:r>
              <a:rPr lang="en-US" sz="2000" dirty="0"/>
              <a:t>A Reservation Lookup page.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BCC36B1-AC3D-6BB2-69D2-35B3734BD4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914838"/>
              </p:ext>
            </p:extLst>
          </p:nvPr>
        </p:nvGraphicFramePr>
        <p:xfrm>
          <a:off x="76201" y="6176963"/>
          <a:ext cx="15240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1523858" imgH="517956" progId="Package">
                  <p:embed/>
                </p:oleObj>
              </mc:Choice>
              <mc:Fallback>
                <p:oleObj name="Packager Shell Object" showAsIcon="1" r:id="rId3" imgW="1523858" imgH="51795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201" y="6176963"/>
                        <a:ext cx="15240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C0EE568F-4E38-8CEE-7061-4274C8C25452}"/>
              </a:ext>
            </a:extLst>
          </p:cNvPr>
          <p:cNvCxnSpPr/>
          <p:nvPr/>
        </p:nvCxnSpPr>
        <p:spPr>
          <a:xfrm rot="10800000" flipV="1">
            <a:off x="1542616" y="5776819"/>
            <a:ext cx="894080" cy="69088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53E2BE5-65A7-2EEC-CD5D-1848D544CD30}"/>
              </a:ext>
            </a:extLst>
          </p:cNvPr>
          <p:cNvSpPr txBox="1"/>
          <p:nvPr/>
        </p:nvSpPr>
        <p:spPr>
          <a:xfrm>
            <a:off x="2436696" y="5614735"/>
            <a:ext cx="89408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Full Document Here</a:t>
            </a:r>
          </a:p>
        </p:txBody>
      </p:sp>
    </p:spTree>
    <p:extLst>
      <p:ext uri="{BB962C8B-B14F-4D97-AF65-F5344CB8AC3E}">
        <p14:creationId xmlns:p14="http://schemas.microsoft.com/office/powerpoint/2010/main" val="2968591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8B8F7-37AE-C620-4677-639BA24B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ERD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13DA42-23B6-4D56-CB43-9002765CB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92500"/>
          </a:bodyPr>
          <a:lstStyle/>
          <a:p>
            <a:r>
              <a:rPr lang="en-US" sz="2200" dirty="0"/>
              <a:t>Contact Messages can be created from users and nonusers. </a:t>
            </a:r>
          </a:p>
          <a:p>
            <a:r>
              <a:rPr lang="en-US" sz="2200" dirty="0"/>
              <a:t>Reservations require Users to login before being created.</a:t>
            </a:r>
          </a:p>
          <a:p>
            <a:r>
              <a:rPr lang="en-US" sz="2200" dirty="0"/>
              <a:t>Roles create a way to give access to employees and admins to guests info/reservations for changes or upgrades.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E681D1-F520-E2BA-E163-047332F77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340624"/>
            <a:ext cx="6903720" cy="417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303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C4E09-A802-F7AC-D8B7-F3A7CB527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Prototypes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5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16">
            <a:extLst>
              <a:ext uri="{FF2B5EF4-FFF2-40B4-BE49-F238E27FC236}">
                <a16:creationId xmlns:a16="http://schemas.microsoft.com/office/drawing/2014/main" id="{B6A6AEE4-D329-CF0B-68B3-CC554756F81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75" y="0"/>
            <a:ext cx="92376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39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27">
            <a:extLst>
              <a:ext uri="{FF2B5EF4-FFF2-40B4-BE49-F238E27FC236}">
                <a16:creationId xmlns:a16="http://schemas.microsoft.com/office/drawing/2014/main" id="{9238ED4D-640C-3461-0A2E-442814A7E3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763" y="0"/>
            <a:ext cx="6340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67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34">
            <a:extLst>
              <a:ext uri="{FF2B5EF4-FFF2-40B4-BE49-F238E27FC236}">
                <a16:creationId xmlns:a16="http://schemas.microsoft.com/office/drawing/2014/main" id="{D68979F8-C743-A55F-6F0B-0EE9DF6B24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288" y="0"/>
            <a:ext cx="9115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7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42">
            <a:extLst>
              <a:ext uri="{FF2B5EF4-FFF2-40B4-BE49-F238E27FC236}">
                <a16:creationId xmlns:a16="http://schemas.microsoft.com/office/drawing/2014/main" id="{BEF26D75-581F-9DE8-DA01-EFA25160832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25" y="0"/>
            <a:ext cx="11004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61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50">
            <a:extLst>
              <a:ext uri="{FF2B5EF4-FFF2-40B4-BE49-F238E27FC236}">
                <a16:creationId xmlns:a16="http://schemas.microsoft.com/office/drawing/2014/main" id="{1AE562E1-04AA-08C7-613C-784DC1CEBAF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8" y="0"/>
            <a:ext cx="10944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9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56">
            <a:extLst>
              <a:ext uri="{FF2B5EF4-FFF2-40B4-BE49-F238E27FC236}">
                <a16:creationId xmlns:a16="http://schemas.microsoft.com/office/drawing/2014/main" id="{11B534FB-F47C-9A84-8EB8-0651B101C60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00"/>
            <a:ext cx="12192000" cy="6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56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402">
            <a:extLst>
              <a:ext uri="{FF2B5EF4-FFF2-40B4-BE49-F238E27FC236}">
                <a16:creationId xmlns:a16="http://schemas.microsoft.com/office/drawing/2014/main" id="{18D0790D-E27F-EB89-B376-4EF16D6FF8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838"/>
            <a:ext cx="12192000" cy="615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63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408">
            <a:extLst>
              <a:ext uri="{FF2B5EF4-FFF2-40B4-BE49-F238E27FC236}">
                <a16:creationId xmlns:a16="http://schemas.microsoft.com/office/drawing/2014/main" id="{997A2428-7EA3-CE57-90B0-8840FFCD19F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25"/>
            <a:ext cx="12192000" cy="673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9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413">
            <a:extLst>
              <a:ext uri="{FF2B5EF4-FFF2-40B4-BE49-F238E27FC236}">
                <a16:creationId xmlns:a16="http://schemas.microsoft.com/office/drawing/2014/main" id="{D9CDCB38-906F-C682-8352-29BAA6A9F9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0"/>
            <a:ext cx="9829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42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424">
            <a:extLst>
              <a:ext uri="{FF2B5EF4-FFF2-40B4-BE49-F238E27FC236}">
                <a16:creationId xmlns:a16="http://schemas.microsoft.com/office/drawing/2014/main" id="{939DD3EA-3F4E-76D7-3045-654BC8880B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13" y="0"/>
            <a:ext cx="8942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7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45DD6-059B-5CE6-5621-C4510929A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17163-7298-7373-E1EA-AD38B2BD7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We created test cases for every page we created for this project. </a:t>
            </a:r>
          </a:p>
          <a:p>
            <a:r>
              <a:rPr lang="en-US" sz="2000"/>
              <a:t>Here are 5 of the most important tests:</a:t>
            </a:r>
          </a:p>
          <a:p>
            <a:endParaRPr lang="en-US" sz="2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872DE2-C8F2-7896-46A9-E868BF97CB30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Input  Options and Validation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Appropriate Redirection If Not logged In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Contact Us Input and Validation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Reservation Summary and Details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And Reservation Editing and Confirmation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1318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7ACD-7843-7803-4EA9-907A230C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These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62708-AE04-57F3-9BDA-A33343DF6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150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54073-A549-E2E8-977B-0A96A79B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37FBB-7562-0E83-F23E-F6B6DA957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demo will be hosted locally using Moffat Bay GitHub main data.</a:t>
            </a:r>
          </a:p>
          <a:p>
            <a:pPr marL="0" indent="0">
              <a:buNone/>
            </a:pPr>
            <a:r>
              <a:rPr lang="en-US" sz="2400" dirty="0"/>
              <a:t>Link: 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407F-0F80-841E-20AA-691D08E0A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FD6C5-6B11-F882-E79B-D9288BD24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72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6DD0-C9F2-78B8-EED0-D51D1A15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Unique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D26BD-E2C6-A512-773C-192539145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76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D43B-3011-C58F-D510-4B5932F13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Went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649F5-489E-147F-2C62-6E09BB892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12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6033D-92BA-1233-7D7A-30B49DCB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Went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92BB6-6BD9-6BB4-EE31-08F7F6C77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We maintained strong communication and consistently stayed in touch throughout the project.</a:t>
            </a:r>
          </a:p>
          <a:p>
            <a:pPr lvl="0"/>
            <a:r>
              <a:rPr lang="en-US" dirty="0"/>
              <a:t>We used GitHub effectively and followed a well-organized, structured branching system.</a:t>
            </a:r>
          </a:p>
          <a:p>
            <a:pPr lvl="0"/>
            <a:r>
              <a:rPr lang="en-US" dirty="0"/>
              <a:t>We worked hard to meet the client’s expectations and quickly implemented any changes or feedback they requested.</a:t>
            </a:r>
          </a:p>
          <a:p>
            <a:pPr lvl="0"/>
            <a:r>
              <a:rPr lang="en-US" dirty="0"/>
              <a:t>We divided the workload fairly and consistently completed our assigned tasks on schedule.</a:t>
            </a:r>
          </a:p>
        </p:txBody>
      </p:sp>
    </p:spTree>
    <p:extLst>
      <p:ext uri="{BB962C8B-B14F-4D97-AF65-F5344CB8AC3E}">
        <p14:creationId xmlns:p14="http://schemas.microsoft.com/office/powerpoint/2010/main" val="3385503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A3E2-CCE4-8CAA-D340-502D205B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 As A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E241C-3C59-D4F4-FF20-C023B4DC8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510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70B3-B48E-3B6C-6C79-5428DE577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CBD76-CA45-9105-C353-2B52B126D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8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4486B42B501C4C861454C50391945D" ma:contentTypeVersion="4" ma:contentTypeDescription="Create a new document." ma:contentTypeScope="" ma:versionID="d6f4259145186c2e3798587b0a7624e3">
  <xsd:schema xmlns:xsd="http://www.w3.org/2001/XMLSchema" xmlns:xs="http://www.w3.org/2001/XMLSchema" xmlns:p="http://schemas.microsoft.com/office/2006/metadata/properties" xmlns:ns3="11740cb5-7b9d-404d-8e4e-61a8e94ce612" targetNamespace="http://schemas.microsoft.com/office/2006/metadata/properties" ma:root="true" ma:fieldsID="dd6408dc9fa5e6a5c68277ac3cdf12e6" ns3:_="">
    <xsd:import namespace="11740cb5-7b9d-404d-8e4e-61a8e94ce61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740cb5-7b9d-404d-8e4e-61a8e94ce61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3E4DDD-C71A-42C3-98BD-0241D1EA1B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8688F1-882D-4986-B6BA-3E9868D15E1F}">
  <ds:schemaRefs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11740cb5-7b9d-404d-8e4e-61a8e94ce612"/>
    <ds:schemaRef ds:uri="http://www.w3.org/XML/1998/namespace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18907EF-3E78-4D31-A86C-B71789040F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740cb5-7b9d-404d-8e4e-61a8e94ce6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4426</TotalTime>
  <Words>518</Words>
  <Application>Microsoft Office PowerPoint</Application>
  <PresentationFormat>Widescreen</PresentationFormat>
  <Paragraphs>69</Paragraphs>
  <Slides>25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Office Theme</vt:lpstr>
      <vt:lpstr>Package</vt:lpstr>
      <vt:lpstr>Moffat Bay Lodge</vt:lpstr>
      <vt:lpstr>Table Of Contents</vt:lpstr>
      <vt:lpstr>Team Introduction</vt:lpstr>
      <vt:lpstr>Project Overview</vt:lpstr>
      <vt:lpstr>ERD</vt:lpstr>
      <vt:lpstr>Prototypes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Tests</vt:lpstr>
      <vt:lpstr>About These Tests</vt:lpstr>
      <vt:lpstr>Demo</vt:lpstr>
      <vt:lpstr>Unique Code</vt:lpstr>
      <vt:lpstr>Unique Code</vt:lpstr>
      <vt:lpstr>What Went Wrong</vt:lpstr>
      <vt:lpstr>What Went Right</vt:lpstr>
      <vt:lpstr>Lessons Learned As A Team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cannon rivera</dc:creator>
  <cp:lastModifiedBy>cannon rivera</cp:lastModifiedBy>
  <cp:revision>2</cp:revision>
  <dcterms:created xsi:type="dcterms:W3CDTF">2026-09-28T22:25:32Z</dcterms:created>
  <dcterms:modified xsi:type="dcterms:W3CDTF">2026-10-05T02:48:31Z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0x010100344486B42B501C4C861454C50391945D</vt:lpwstr>
  </property>
</Properties>
</file>